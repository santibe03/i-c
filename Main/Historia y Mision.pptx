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CEA1A-7A44-47BD-98B1-1632122DEE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C2AA48-B7D8-4676-8BC8-27AC5F24FF5C}">
      <dgm:prSet/>
      <dgm:spPr/>
      <dgm:t>
        <a:bodyPr/>
        <a:lstStyle/>
        <a:p>
          <a:r>
            <a:rPr lang="es-MX" b="0" i="0" baseline="0"/>
            <a:t>Formación técnica y profesional gratuita.</a:t>
          </a:r>
          <a:endParaRPr lang="en-US"/>
        </a:p>
      </dgm:t>
    </dgm:pt>
    <dgm:pt modelId="{25C55C63-23D6-41F4-936F-1A3B11D5D8ED}" type="parTrans" cxnId="{E65F5109-9615-42B5-9D42-08A45FB150FA}">
      <dgm:prSet/>
      <dgm:spPr/>
      <dgm:t>
        <a:bodyPr/>
        <a:lstStyle/>
        <a:p>
          <a:endParaRPr lang="en-US"/>
        </a:p>
      </dgm:t>
    </dgm:pt>
    <dgm:pt modelId="{7C56391C-3248-4DBD-AF27-B7CB95426D3E}" type="sibTrans" cxnId="{E65F5109-9615-42B5-9D42-08A45FB150FA}">
      <dgm:prSet/>
      <dgm:spPr/>
      <dgm:t>
        <a:bodyPr/>
        <a:lstStyle/>
        <a:p>
          <a:endParaRPr lang="en-US"/>
        </a:p>
      </dgm:t>
    </dgm:pt>
    <dgm:pt modelId="{D6F86832-6C59-4F74-A2BC-6E649E6210A9}">
      <dgm:prSet/>
      <dgm:spPr/>
      <dgm:t>
        <a:bodyPr/>
        <a:lstStyle/>
        <a:p>
          <a:r>
            <a:rPr lang="es-MX" b="0" i="0" baseline="0"/>
            <a:t>Programas de emprendimiento como el Fondo Emprender.</a:t>
          </a:r>
          <a:endParaRPr lang="en-US"/>
        </a:p>
      </dgm:t>
    </dgm:pt>
    <dgm:pt modelId="{1C03A892-9D3B-4A4E-A870-142634A41ECE}" type="parTrans" cxnId="{3CD00914-CDBB-45EB-877E-D23B96FBC845}">
      <dgm:prSet/>
      <dgm:spPr/>
      <dgm:t>
        <a:bodyPr/>
        <a:lstStyle/>
        <a:p>
          <a:endParaRPr lang="en-US"/>
        </a:p>
      </dgm:t>
    </dgm:pt>
    <dgm:pt modelId="{A9E693CC-81BA-4D4C-8000-DEA2A62F9D82}" type="sibTrans" cxnId="{3CD00914-CDBB-45EB-877E-D23B96FBC845}">
      <dgm:prSet/>
      <dgm:spPr/>
      <dgm:t>
        <a:bodyPr/>
        <a:lstStyle/>
        <a:p>
          <a:endParaRPr lang="en-US"/>
        </a:p>
      </dgm:t>
    </dgm:pt>
    <dgm:pt modelId="{3A1DC436-9427-4681-8E3B-55F0B3F710EE}">
      <dgm:prSet/>
      <dgm:spPr/>
      <dgm:t>
        <a:bodyPr/>
        <a:lstStyle/>
        <a:p>
          <a:r>
            <a:rPr lang="es-MX" b="1" i="0" baseline="0"/>
            <a:t>SENA Emprende Rural</a:t>
          </a:r>
          <a:r>
            <a:rPr lang="es-MX" b="0" i="0" baseline="0"/>
            <a:t>: apoyando a las comunidades rurales con formación y apoyo a proyectos productivos.</a:t>
          </a:r>
          <a:endParaRPr lang="en-US"/>
        </a:p>
      </dgm:t>
    </dgm:pt>
    <dgm:pt modelId="{732D3390-C325-420D-88D1-8628C5EBC196}" type="parTrans" cxnId="{8A4AE280-049B-4ADA-BEB3-073BEAF3F49F}">
      <dgm:prSet/>
      <dgm:spPr/>
      <dgm:t>
        <a:bodyPr/>
        <a:lstStyle/>
        <a:p>
          <a:endParaRPr lang="en-US"/>
        </a:p>
      </dgm:t>
    </dgm:pt>
    <dgm:pt modelId="{80DA8D4E-4A9D-4018-8B74-415E0901EAB3}" type="sibTrans" cxnId="{8A4AE280-049B-4ADA-BEB3-073BEAF3F49F}">
      <dgm:prSet/>
      <dgm:spPr/>
      <dgm:t>
        <a:bodyPr/>
        <a:lstStyle/>
        <a:p>
          <a:endParaRPr lang="en-US"/>
        </a:p>
      </dgm:t>
    </dgm:pt>
    <dgm:pt modelId="{C5DAB570-A645-405C-B38E-E8FE35C5B563}" type="pres">
      <dgm:prSet presAssocID="{4AFCEA1A-7A44-47BD-98B1-1632122DEE21}" presName="root" presStyleCnt="0">
        <dgm:presLayoutVars>
          <dgm:dir/>
          <dgm:resizeHandles val="exact"/>
        </dgm:presLayoutVars>
      </dgm:prSet>
      <dgm:spPr/>
    </dgm:pt>
    <dgm:pt modelId="{38B18083-F54A-487E-866A-7F2CD6ED088F}" type="pres">
      <dgm:prSet presAssocID="{4AC2AA48-B7D8-4676-8BC8-27AC5F24FF5C}" presName="compNode" presStyleCnt="0"/>
      <dgm:spPr/>
    </dgm:pt>
    <dgm:pt modelId="{8B6DB1A2-CA08-4E6D-A057-44E590E883D0}" type="pres">
      <dgm:prSet presAssocID="{4AC2AA48-B7D8-4676-8BC8-27AC5F24FF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dador"/>
        </a:ext>
      </dgm:extLst>
    </dgm:pt>
    <dgm:pt modelId="{163441C6-FD42-4B1F-AD7E-910D2EA06881}" type="pres">
      <dgm:prSet presAssocID="{4AC2AA48-B7D8-4676-8BC8-27AC5F24FF5C}" presName="spaceRect" presStyleCnt="0"/>
      <dgm:spPr/>
    </dgm:pt>
    <dgm:pt modelId="{10348CA4-0880-4B53-8FC3-283686379C51}" type="pres">
      <dgm:prSet presAssocID="{4AC2AA48-B7D8-4676-8BC8-27AC5F24FF5C}" presName="textRect" presStyleLbl="revTx" presStyleIdx="0" presStyleCnt="3">
        <dgm:presLayoutVars>
          <dgm:chMax val="1"/>
          <dgm:chPref val="1"/>
        </dgm:presLayoutVars>
      </dgm:prSet>
      <dgm:spPr/>
    </dgm:pt>
    <dgm:pt modelId="{28D2DE52-94E0-494E-9F9C-52867FB9F81F}" type="pres">
      <dgm:prSet presAssocID="{7C56391C-3248-4DBD-AF27-B7CB95426D3E}" presName="sibTrans" presStyleCnt="0"/>
      <dgm:spPr/>
    </dgm:pt>
    <dgm:pt modelId="{6F4A3F46-CFB7-436B-891D-9392355A7608}" type="pres">
      <dgm:prSet presAssocID="{D6F86832-6C59-4F74-A2BC-6E649E6210A9}" presName="compNode" presStyleCnt="0"/>
      <dgm:spPr/>
    </dgm:pt>
    <dgm:pt modelId="{47A16EAA-EDE8-46BF-A2FA-1320DC540E21}" type="pres">
      <dgm:prSet presAssocID="{D6F86832-6C59-4F74-A2BC-6E649E6210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1AE06BA6-5B31-4A67-9900-017049131758}" type="pres">
      <dgm:prSet presAssocID="{D6F86832-6C59-4F74-A2BC-6E649E6210A9}" presName="spaceRect" presStyleCnt="0"/>
      <dgm:spPr/>
    </dgm:pt>
    <dgm:pt modelId="{94298216-5013-444F-A0BB-02B129D0C631}" type="pres">
      <dgm:prSet presAssocID="{D6F86832-6C59-4F74-A2BC-6E649E6210A9}" presName="textRect" presStyleLbl="revTx" presStyleIdx="1" presStyleCnt="3">
        <dgm:presLayoutVars>
          <dgm:chMax val="1"/>
          <dgm:chPref val="1"/>
        </dgm:presLayoutVars>
      </dgm:prSet>
      <dgm:spPr/>
    </dgm:pt>
    <dgm:pt modelId="{EC111BF4-6FBA-4AB3-8B85-CEBC8B72106F}" type="pres">
      <dgm:prSet presAssocID="{A9E693CC-81BA-4D4C-8000-DEA2A62F9D82}" presName="sibTrans" presStyleCnt="0"/>
      <dgm:spPr/>
    </dgm:pt>
    <dgm:pt modelId="{572604DF-3B72-46B0-8CB4-D423F221DF14}" type="pres">
      <dgm:prSet presAssocID="{3A1DC436-9427-4681-8E3B-55F0B3F710EE}" presName="compNode" presStyleCnt="0"/>
      <dgm:spPr/>
    </dgm:pt>
    <dgm:pt modelId="{FDB19637-2869-4DBF-8555-64587A7F8C07}" type="pres">
      <dgm:prSet presAssocID="{3A1DC436-9427-4681-8E3B-55F0B3F710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vía"/>
        </a:ext>
      </dgm:extLst>
    </dgm:pt>
    <dgm:pt modelId="{D8B28FE8-2B1C-4AD1-A3A9-6CB591B29E56}" type="pres">
      <dgm:prSet presAssocID="{3A1DC436-9427-4681-8E3B-55F0B3F710EE}" presName="spaceRect" presStyleCnt="0"/>
      <dgm:spPr/>
    </dgm:pt>
    <dgm:pt modelId="{DC42B13D-5660-400D-8280-2628CCB476EC}" type="pres">
      <dgm:prSet presAssocID="{3A1DC436-9427-4681-8E3B-55F0B3F710E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5F5109-9615-42B5-9D42-08A45FB150FA}" srcId="{4AFCEA1A-7A44-47BD-98B1-1632122DEE21}" destId="{4AC2AA48-B7D8-4676-8BC8-27AC5F24FF5C}" srcOrd="0" destOrd="0" parTransId="{25C55C63-23D6-41F4-936F-1A3B11D5D8ED}" sibTransId="{7C56391C-3248-4DBD-AF27-B7CB95426D3E}"/>
    <dgm:cxn modelId="{3CD00914-CDBB-45EB-877E-D23B96FBC845}" srcId="{4AFCEA1A-7A44-47BD-98B1-1632122DEE21}" destId="{D6F86832-6C59-4F74-A2BC-6E649E6210A9}" srcOrd="1" destOrd="0" parTransId="{1C03A892-9D3B-4A4E-A870-142634A41ECE}" sibTransId="{A9E693CC-81BA-4D4C-8000-DEA2A62F9D82}"/>
    <dgm:cxn modelId="{D0A48625-9ED8-4250-8660-C0835D234A06}" type="presOf" srcId="{4AFCEA1A-7A44-47BD-98B1-1632122DEE21}" destId="{C5DAB570-A645-405C-B38E-E8FE35C5B563}" srcOrd="0" destOrd="0" presId="urn:microsoft.com/office/officeart/2018/2/layout/IconLabelList"/>
    <dgm:cxn modelId="{8A4AE280-049B-4ADA-BEB3-073BEAF3F49F}" srcId="{4AFCEA1A-7A44-47BD-98B1-1632122DEE21}" destId="{3A1DC436-9427-4681-8E3B-55F0B3F710EE}" srcOrd="2" destOrd="0" parTransId="{732D3390-C325-420D-88D1-8628C5EBC196}" sibTransId="{80DA8D4E-4A9D-4018-8B74-415E0901EAB3}"/>
    <dgm:cxn modelId="{37C1A095-7943-499D-9AD7-62E533F2C8F7}" type="presOf" srcId="{4AC2AA48-B7D8-4676-8BC8-27AC5F24FF5C}" destId="{10348CA4-0880-4B53-8FC3-283686379C51}" srcOrd="0" destOrd="0" presId="urn:microsoft.com/office/officeart/2018/2/layout/IconLabelList"/>
    <dgm:cxn modelId="{2F920BAA-939B-4D4D-B6E4-0E1830085808}" type="presOf" srcId="{3A1DC436-9427-4681-8E3B-55F0B3F710EE}" destId="{DC42B13D-5660-400D-8280-2628CCB476EC}" srcOrd="0" destOrd="0" presId="urn:microsoft.com/office/officeart/2018/2/layout/IconLabelList"/>
    <dgm:cxn modelId="{23F061D4-401F-46D5-BB6D-C26BC5585709}" type="presOf" srcId="{D6F86832-6C59-4F74-A2BC-6E649E6210A9}" destId="{94298216-5013-444F-A0BB-02B129D0C631}" srcOrd="0" destOrd="0" presId="urn:microsoft.com/office/officeart/2018/2/layout/IconLabelList"/>
    <dgm:cxn modelId="{3588C212-A233-47C7-A4AE-6C9EABDE01D7}" type="presParOf" srcId="{C5DAB570-A645-405C-B38E-E8FE35C5B563}" destId="{38B18083-F54A-487E-866A-7F2CD6ED088F}" srcOrd="0" destOrd="0" presId="urn:microsoft.com/office/officeart/2018/2/layout/IconLabelList"/>
    <dgm:cxn modelId="{E95E0BD5-C2BE-49D2-A5FF-CCD18DFDD310}" type="presParOf" srcId="{38B18083-F54A-487E-866A-7F2CD6ED088F}" destId="{8B6DB1A2-CA08-4E6D-A057-44E590E883D0}" srcOrd="0" destOrd="0" presId="urn:microsoft.com/office/officeart/2018/2/layout/IconLabelList"/>
    <dgm:cxn modelId="{FB7A3120-ED1D-40A3-BCFC-806525AA0B74}" type="presParOf" srcId="{38B18083-F54A-487E-866A-7F2CD6ED088F}" destId="{163441C6-FD42-4B1F-AD7E-910D2EA06881}" srcOrd="1" destOrd="0" presId="urn:microsoft.com/office/officeart/2018/2/layout/IconLabelList"/>
    <dgm:cxn modelId="{3F91E2EE-4FA4-4489-BAD2-24D19CA28C4C}" type="presParOf" srcId="{38B18083-F54A-487E-866A-7F2CD6ED088F}" destId="{10348CA4-0880-4B53-8FC3-283686379C51}" srcOrd="2" destOrd="0" presId="urn:microsoft.com/office/officeart/2018/2/layout/IconLabelList"/>
    <dgm:cxn modelId="{0E14ED44-22B4-4611-BED5-81CE4120E1BD}" type="presParOf" srcId="{C5DAB570-A645-405C-B38E-E8FE35C5B563}" destId="{28D2DE52-94E0-494E-9F9C-52867FB9F81F}" srcOrd="1" destOrd="0" presId="urn:microsoft.com/office/officeart/2018/2/layout/IconLabelList"/>
    <dgm:cxn modelId="{1CCFA8D0-A7B3-438F-ADC3-85662DC3E90C}" type="presParOf" srcId="{C5DAB570-A645-405C-B38E-E8FE35C5B563}" destId="{6F4A3F46-CFB7-436B-891D-9392355A7608}" srcOrd="2" destOrd="0" presId="urn:microsoft.com/office/officeart/2018/2/layout/IconLabelList"/>
    <dgm:cxn modelId="{FE4665F1-1B6B-4831-A690-8C4360C4B53F}" type="presParOf" srcId="{6F4A3F46-CFB7-436B-891D-9392355A7608}" destId="{47A16EAA-EDE8-46BF-A2FA-1320DC540E21}" srcOrd="0" destOrd="0" presId="urn:microsoft.com/office/officeart/2018/2/layout/IconLabelList"/>
    <dgm:cxn modelId="{AB930C3F-DB2F-4D1C-AE96-E04EFCCD26F8}" type="presParOf" srcId="{6F4A3F46-CFB7-436B-891D-9392355A7608}" destId="{1AE06BA6-5B31-4A67-9900-017049131758}" srcOrd="1" destOrd="0" presId="urn:microsoft.com/office/officeart/2018/2/layout/IconLabelList"/>
    <dgm:cxn modelId="{102F901E-CE47-467D-870C-349A17F0CA9B}" type="presParOf" srcId="{6F4A3F46-CFB7-436B-891D-9392355A7608}" destId="{94298216-5013-444F-A0BB-02B129D0C631}" srcOrd="2" destOrd="0" presId="urn:microsoft.com/office/officeart/2018/2/layout/IconLabelList"/>
    <dgm:cxn modelId="{51FDDA25-B1DA-4D50-9F77-277754AD452C}" type="presParOf" srcId="{C5DAB570-A645-405C-B38E-E8FE35C5B563}" destId="{EC111BF4-6FBA-4AB3-8B85-CEBC8B72106F}" srcOrd="3" destOrd="0" presId="urn:microsoft.com/office/officeart/2018/2/layout/IconLabelList"/>
    <dgm:cxn modelId="{16FBDC1F-ED55-43CB-8B4D-F5B9BF829C23}" type="presParOf" srcId="{C5DAB570-A645-405C-B38E-E8FE35C5B563}" destId="{572604DF-3B72-46B0-8CB4-D423F221DF14}" srcOrd="4" destOrd="0" presId="urn:microsoft.com/office/officeart/2018/2/layout/IconLabelList"/>
    <dgm:cxn modelId="{1B10CB9C-71B5-42A0-AAA6-23BD5FD4D72B}" type="presParOf" srcId="{572604DF-3B72-46B0-8CB4-D423F221DF14}" destId="{FDB19637-2869-4DBF-8555-64587A7F8C07}" srcOrd="0" destOrd="0" presId="urn:microsoft.com/office/officeart/2018/2/layout/IconLabelList"/>
    <dgm:cxn modelId="{50B7EB39-F1D8-4B31-BC21-525D541688EC}" type="presParOf" srcId="{572604DF-3B72-46B0-8CB4-D423F221DF14}" destId="{D8B28FE8-2B1C-4AD1-A3A9-6CB591B29E56}" srcOrd="1" destOrd="0" presId="urn:microsoft.com/office/officeart/2018/2/layout/IconLabelList"/>
    <dgm:cxn modelId="{82BD40A2-979D-44A5-BDF0-008D2B50E9E4}" type="presParOf" srcId="{572604DF-3B72-46B0-8CB4-D423F221DF14}" destId="{DC42B13D-5660-400D-8280-2628CCB476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9C3EAE-8B94-42E8-8706-F66C48368F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80B5925-B4B8-4D1F-8649-1B77F0C0CEEF}">
      <dgm:prSet/>
      <dgm:spPr/>
      <dgm:t>
        <a:bodyPr/>
        <a:lstStyle/>
        <a:p>
          <a:pPr>
            <a:defRPr cap="all"/>
          </a:pPr>
          <a:r>
            <a:rPr lang="es-MX" b="0" i="0" baseline="0"/>
            <a:t>Proyectos como </a:t>
          </a:r>
          <a:r>
            <a:rPr lang="es-MX" b="1" i="0" baseline="0"/>
            <a:t>SENNOVA</a:t>
          </a:r>
          <a:r>
            <a:rPr lang="es-MX" b="0" i="0" baseline="0"/>
            <a:t> que impulsan la investigación, desarrollo tecnológico e innovación.</a:t>
          </a:r>
          <a:endParaRPr lang="en-US"/>
        </a:p>
      </dgm:t>
    </dgm:pt>
    <dgm:pt modelId="{D878FF75-C07D-4408-AF9C-F323F9B473AE}" type="parTrans" cxnId="{0EFFFF2D-DB8E-4368-AF12-F104B8FB97D5}">
      <dgm:prSet/>
      <dgm:spPr/>
      <dgm:t>
        <a:bodyPr/>
        <a:lstStyle/>
        <a:p>
          <a:endParaRPr lang="en-US"/>
        </a:p>
      </dgm:t>
    </dgm:pt>
    <dgm:pt modelId="{9FEF0AA6-4E81-4506-8C5D-ADF18560C5C9}" type="sibTrans" cxnId="{0EFFFF2D-DB8E-4368-AF12-F104B8FB97D5}">
      <dgm:prSet/>
      <dgm:spPr/>
      <dgm:t>
        <a:bodyPr/>
        <a:lstStyle/>
        <a:p>
          <a:endParaRPr lang="en-US"/>
        </a:p>
      </dgm:t>
    </dgm:pt>
    <dgm:pt modelId="{412A6B0B-D1BD-43C9-9C14-46597D6FCE3A}">
      <dgm:prSet/>
      <dgm:spPr/>
      <dgm:t>
        <a:bodyPr/>
        <a:lstStyle/>
        <a:p>
          <a:pPr>
            <a:defRPr cap="all"/>
          </a:pPr>
          <a:r>
            <a:rPr lang="es-MX" b="0" i="0" baseline="0"/>
            <a:t>Parques tecnológicos y </a:t>
          </a:r>
          <a:r>
            <a:rPr lang="es-MX" b="1" i="0" baseline="0"/>
            <a:t>Tecnoacademias</a:t>
          </a:r>
          <a:r>
            <a:rPr lang="es-MX" b="0" i="0" baseline="0"/>
            <a:t> que fomentan el emprendimiento y la competitividad.</a:t>
          </a:r>
          <a:endParaRPr lang="en-US"/>
        </a:p>
      </dgm:t>
    </dgm:pt>
    <dgm:pt modelId="{14085E2B-785D-404A-8771-883D2B34B723}" type="parTrans" cxnId="{DABED41E-F445-4D7D-9332-C6F9FBDCA48B}">
      <dgm:prSet/>
      <dgm:spPr/>
      <dgm:t>
        <a:bodyPr/>
        <a:lstStyle/>
        <a:p>
          <a:endParaRPr lang="en-US"/>
        </a:p>
      </dgm:t>
    </dgm:pt>
    <dgm:pt modelId="{C4B4847B-D978-4A9A-91A6-C527221A5404}" type="sibTrans" cxnId="{DABED41E-F445-4D7D-9332-C6F9FBDCA48B}">
      <dgm:prSet/>
      <dgm:spPr/>
      <dgm:t>
        <a:bodyPr/>
        <a:lstStyle/>
        <a:p>
          <a:endParaRPr lang="en-US"/>
        </a:p>
      </dgm:t>
    </dgm:pt>
    <dgm:pt modelId="{E9CBFD81-5C31-4212-B70F-CA73DBF9351E}">
      <dgm:prSet/>
      <dgm:spPr/>
      <dgm:t>
        <a:bodyPr/>
        <a:lstStyle/>
        <a:p>
          <a:pPr>
            <a:defRPr cap="all"/>
          </a:pPr>
          <a:r>
            <a:rPr lang="es-MX" b="0" i="0" baseline="0"/>
            <a:t>Colaboración con empresas para soluciones tecnológicas y mejora de procesos productivos.</a:t>
          </a:r>
          <a:endParaRPr lang="en-US"/>
        </a:p>
      </dgm:t>
    </dgm:pt>
    <dgm:pt modelId="{D7192716-6A79-441C-8315-7F016310DA4D}" type="parTrans" cxnId="{DE54EE28-DB19-41F1-BBBC-D51391C32957}">
      <dgm:prSet/>
      <dgm:spPr/>
      <dgm:t>
        <a:bodyPr/>
        <a:lstStyle/>
        <a:p>
          <a:endParaRPr lang="en-US"/>
        </a:p>
      </dgm:t>
    </dgm:pt>
    <dgm:pt modelId="{1EEE08D0-347B-47F0-917B-F9A0F248F37B}" type="sibTrans" cxnId="{DE54EE28-DB19-41F1-BBBC-D51391C32957}">
      <dgm:prSet/>
      <dgm:spPr/>
      <dgm:t>
        <a:bodyPr/>
        <a:lstStyle/>
        <a:p>
          <a:endParaRPr lang="en-US"/>
        </a:p>
      </dgm:t>
    </dgm:pt>
    <dgm:pt modelId="{6735E690-0B8F-4752-A2AC-D2A9FC1B494A}" type="pres">
      <dgm:prSet presAssocID="{469C3EAE-8B94-42E8-8706-F66C48368FC9}" presName="root" presStyleCnt="0">
        <dgm:presLayoutVars>
          <dgm:dir/>
          <dgm:resizeHandles val="exact"/>
        </dgm:presLayoutVars>
      </dgm:prSet>
      <dgm:spPr/>
    </dgm:pt>
    <dgm:pt modelId="{6F55BB34-14E5-4D0D-A9E5-80D43A234ECD}" type="pres">
      <dgm:prSet presAssocID="{680B5925-B4B8-4D1F-8649-1B77F0C0CEEF}" presName="compNode" presStyleCnt="0"/>
      <dgm:spPr/>
    </dgm:pt>
    <dgm:pt modelId="{9220BE47-098A-48CE-898F-2FF426F5349E}" type="pres">
      <dgm:prSet presAssocID="{680B5925-B4B8-4D1F-8649-1B77F0C0CEE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2FD0179-D1DE-4C84-BA6D-61730BA02CD0}" type="pres">
      <dgm:prSet presAssocID="{680B5925-B4B8-4D1F-8649-1B77F0C0CE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6ABEF13D-7D08-40D9-9C25-85D115E911B9}" type="pres">
      <dgm:prSet presAssocID="{680B5925-B4B8-4D1F-8649-1B77F0C0CEEF}" presName="spaceRect" presStyleCnt="0"/>
      <dgm:spPr/>
    </dgm:pt>
    <dgm:pt modelId="{22E5B0FD-BCFB-4F28-93C3-840390F465BA}" type="pres">
      <dgm:prSet presAssocID="{680B5925-B4B8-4D1F-8649-1B77F0C0CEEF}" presName="textRect" presStyleLbl="revTx" presStyleIdx="0" presStyleCnt="3">
        <dgm:presLayoutVars>
          <dgm:chMax val="1"/>
          <dgm:chPref val="1"/>
        </dgm:presLayoutVars>
      </dgm:prSet>
      <dgm:spPr/>
    </dgm:pt>
    <dgm:pt modelId="{FB84E923-EC3E-4BE6-9362-8CD99115A042}" type="pres">
      <dgm:prSet presAssocID="{9FEF0AA6-4E81-4506-8C5D-ADF18560C5C9}" presName="sibTrans" presStyleCnt="0"/>
      <dgm:spPr/>
    </dgm:pt>
    <dgm:pt modelId="{38EDFD25-F1CD-4A25-B9BA-CA4FF2C9AC32}" type="pres">
      <dgm:prSet presAssocID="{412A6B0B-D1BD-43C9-9C14-46597D6FCE3A}" presName="compNode" presStyleCnt="0"/>
      <dgm:spPr/>
    </dgm:pt>
    <dgm:pt modelId="{501782E5-F6CE-41AF-8BD6-BCCBC02EC922}" type="pres">
      <dgm:prSet presAssocID="{412A6B0B-D1BD-43C9-9C14-46597D6FCE3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E75E06-92CC-4B0A-AD7E-FAD58C58F863}" type="pres">
      <dgm:prSet presAssocID="{412A6B0B-D1BD-43C9-9C14-46597D6FCE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6DFC091C-CA3B-4666-B56C-ABA028DAA61F}" type="pres">
      <dgm:prSet presAssocID="{412A6B0B-D1BD-43C9-9C14-46597D6FCE3A}" presName="spaceRect" presStyleCnt="0"/>
      <dgm:spPr/>
    </dgm:pt>
    <dgm:pt modelId="{FBA98C98-7D54-4B72-B4E3-1B39431106B0}" type="pres">
      <dgm:prSet presAssocID="{412A6B0B-D1BD-43C9-9C14-46597D6FCE3A}" presName="textRect" presStyleLbl="revTx" presStyleIdx="1" presStyleCnt="3">
        <dgm:presLayoutVars>
          <dgm:chMax val="1"/>
          <dgm:chPref val="1"/>
        </dgm:presLayoutVars>
      </dgm:prSet>
      <dgm:spPr/>
    </dgm:pt>
    <dgm:pt modelId="{F653069A-135F-443E-823D-E6C80FFC9B95}" type="pres">
      <dgm:prSet presAssocID="{C4B4847B-D978-4A9A-91A6-C527221A5404}" presName="sibTrans" presStyleCnt="0"/>
      <dgm:spPr/>
    </dgm:pt>
    <dgm:pt modelId="{86ABF5E5-4F9C-4D32-BE0E-E4F731863059}" type="pres">
      <dgm:prSet presAssocID="{E9CBFD81-5C31-4212-B70F-CA73DBF9351E}" presName="compNode" presStyleCnt="0"/>
      <dgm:spPr/>
    </dgm:pt>
    <dgm:pt modelId="{A92335F9-6E81-493A-BF63-A34A2C048FDA}" type="pres">
      <dgm:prSet presAssocID="{E9CBFD81-5C31-4212-B70F-CA73DBF9351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223615A-5DFF-4033-800F-A37153983884}" type="pres">
      <dgm:prSet presAssocID="{E9CBFD81-5C31-4212-B70F-CA73DBF935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A694383-76D9-4644-8D3E-EB6ECD745BE4}" type="pres">
      <dgm:prSet presAssocID="{E9CBFD81-5C31-4212-B70F-CA73DBF9351E}" presName="spaceRect" presStyleCnt="0"/>
      <dgm:spPr/>
    </dgm:pt>
    <dgm:pt modelId="{D7EA071C-FD9D-4A7B-A65D-385B0252F34D}" type="pres">
      <dgm:prSet presAssocID="{E9CBFD81-5C31-4212-B70F-CA73DBF9351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BED41E-F445-4D7D-9332-C6F9FBDCA48B}" srcId="{469C3EAE-8B94-42E8-8706-F66C48368FC9}" destId="{412A6B0B-D1BD-43C9-9C14-46597D6FCE3A}" srcOrd="1" destOrd="0" parTransId="{14085E2B-785D-404A-8771-883D2B34B723}" sibTransId="{C4B4847B-D978-4A9A-91A6-C527221A5404}"/>
    <dgm:cxn modelId="{DE54EE28-DB19-41F1-BBBC-D51391C32957}" srcId="{469C3EAE-8B94-42E8-8706-F66C48368FC9}" destId="{E9CBFD81-5C31-4212-B70F-CA73DBF9351E}" srcOrd="2" destOrd="0" parTransId="{D7192716-6A79-441C-8315-7F016310DA4D}" sibTransId="{1EEE08D0-347B-47F0-917B-F9A0F248F37B}"/>
    <dgm:cxn modelId="{0EFFFF2D-DB8E-4368-AF12-F104B8FB97D5}" srcId="{469C3EAE-8B94-42E8-8706-F66C48368FC9}" destId="{680B5925-B4B8-4D1F-8649-1B77F0C0CEEF}" srcOrd="0" destOrd="0" parTransId="{D878FF75-C07D-4408-AF9C-F323F9B473AE}" sibTransId="{9FEF0AA6-4E81-4506-8C5D-ADF18560C5C9}"/>
    <dgm:cxn modelId="{DAC27D34-940D-4A88-B229-3BCCF19AD863}" type="presOf" srcId="{469C3EAE-8B94-42E8-8706-F66C48368FC9}" destId="{6735E690-0B8F-4752-A2AC-D2A9FC1B494A}" srcOrd="0" destOrd="0" presId="urn:microsoft.com/office/officeart/2018/5/layout/IconLeafLabelList"/>
    <dgm:cxn modelId="{B76AB438-BC69-4B85-B7A6-4C19AE9ED44A}" type="presOf" srcId="{680B5925-B4B8-4D1F-8649-1B77F0C0CEEF}" destId="{22E5B0FD-BCFB-4F28-93C3-840390F465BA}" srcOrd="0" destOrd="0" presId="urn:microsoft.com/office/officeart/2018/5/layout/IconLeafLabelList"/>
    <dgm:cxn modelId="{6ABFD766-C21C-47BD-8BA7-2276CC200961}" type="presOf" srcId="{E9CBFD81-5C31-4212-B70F-CA73DBF9351E}" destId="{D7EA071C-FD9D-4A7B-A65D-385B0252F34D}" srcOrd="0" destOrd="0" presId="urn:microsoft.com/office/officeart/2018/5/layout/IconLeafLabelList"/>
    <dgm:cxn modelId="{024D5F8C-A5FD-4142-936E-B6DA1E37C605}" type="presOf" srcId="{412A6B0B-D1BD-43C9-9C14-46597D6FCE3A}" destId="{FBA98C98-7D54-4B72-B4E3-1B39431106B0}" srcOrd="0" destOrd="0" presId="urn:microsoft.com/office/officeart/2018/5/layout/IconLeafLabelList"/>
    <dgm:cxn modelId="{E9050E43-DAB8-4ED2-9DC4-E02330942D50}" type="presParOf" srcId="{6735E690-0B8F-4752-A2AC-D2A9FC1B494A}" destId="{6F55BB34-14E5-4D0D-A9E5-80D43A234ECD}" srcOrd="0" destOrd="0" presId="urn:microsoft.com/office/officeart/2018/5/layout/IconLeafLabelList"/>
    <dgm:cxn modelId="{606387A2-9B69-4804-82EE-BF17F369E72A}" type="presParOf" srcId="{6F55BB34-14E5-4D0D-A9E5-80D43A234ECD}" destId="{9220BE47-098A-48CE-898F-2FF426F5349E}" srcOrd="0" destOrd="0" presId="urn:microsoft.com/office/officeart/2018/5/layout/IconLeafLabelList"/>
    <dgm:cxn modelId="{26110BE1-4263-4E5A-9790-FA34AF8B6DD6}" type="presParOf" srcId="{6F55BB34-14E5-4D0D-A9E5-80D43A234ECD}" destId="{A2FD0179-D1DE-4C84-BA6D-61730BA02CD0}" srcOrd="1" destOrd="0" presId="urn:microsoft.com/office/officeart/2018/5/layout/IconLeafLabelList"/>
    <dgm:cxn modelId="{156B42D6-4B92-42FF-A9F5-051C616DAAFB}" type="presParOf" srcId="{6F55BB34-14E5-4D0D-A9E5-80D43A234ECD}" destId="{6ABEF13D-7D08-40D9-9C25-85D115E911B9}" srcOrd="2" destOrd="0" presId="urn:microsoft.com/office/officeart/2018/5/layout/IconLeafLabelList"/>
    <dgm:cxn modelId="{7C3792A8-6AE6-44B0-991A-2CDC7A1B1738}" type="presParOf" srcId="{6F55BB34-14E5-4D0D-A9E5-80D43A234ECD}" destId="{22E5B0FD-BCFB-4F28-93C3-840390F465BA}" srcOrd="3" destOrd="0" presId="urn:microsoft.com/office/officeart/2018/5/layout/IconLeafLabelList"/>
    <dgm:cxn modelId="{6EED2C5F-CDC6-4D2B-B391-98043B46392B}" type="presParOf" srcId="{6735E690-0B8F-4752-A2AC-D2A9FC1B494A}" destId="{FB84E923-EC3E-4BE6-9362-8CD99115A042}" srcOrd="1" destOrd="0" presId="urn:microsoft.com/office/officeart/2018/5/layout/IconLeafLabelList"/>
    <dgm:cxn modelId="{8D3F399C-83C5-4A8D-9381-9670A0225561}" type="presParOf" srcId="{6735E690-0B8F-4752-A2AC-D2A9FC1B494A}" destId="{38EDFD25-F1CD-4A25-B9BA-CA4FF2C9AC32}" srcOrd="2" destOrd="0" presId="urn:microsoft.com/office/officeart/2018/5/layout/IconLeafLabelList"/>
    <dgm:cxn modelId="{621A4A7B-B276-4A6B-BD23-DF0EA33D6E1F}" type="presParOf" srcId="{38EDFD25-F1CD-4A25-B9BA-CA4FF2C9AC32}" destId="{501782E5-F6CE-41AF-8BD6-BCCBC02EC922}" srcOrd="0" destOrd="0" presId="urn:microsoft.com/office/officeart/2018/5/layout/IconLeafLabelList"/>
    <dgm:cxn modelId="{FDE7EB6F-08E1-454C-8350-1097B36FA2CC}" type="presParOf" srcId="{38EDFD25-F1CD-4A25-B9BA-CA4FF2C9AC32}" destId="{BCE75E06-92CC-4B0A-AD7E-FAD58C58F863}" srcOrd="1" destOrd="0" presId="urn:microsoft.com/office/officeart/2018/5/layout/IconLeafLabelList"/>
    <dgm:cxn modelId="{856EA3DB-248D-4209-9711-6FA7610CE917}" type="presParOf" srcId="{38EDFD25-F1CD-4A25-B9BA-CA4FF2C9AC32}" destId="{6DFC091C-CA3B-4666-B56C-ABA028DAA61F}" srcOrd="2" destOrd="0" presId="urn:microsoft.com/office/officeart/2018/5/layout/IconLeafLabelList"/>
    <dgm:cxn modelId="{14345015-19B7-4C19-A613-4C9DC6CEA225}" type="presParOf" srcId="{38EDFD25-F1CD-4A25-B9BA-CA4FF2C9AC32}" destId="{FBA98C98-7D54-4B72-B4E3-1B39431106B0}" srcOrd="3" destOrd="0" presId="urn:microsoft.com/office/officeart/2018/5/layout/IconLeafLabelList"/>
    <dgm:cxn modelId="{E946E02B-0A59-4462-B467-587B8002895E}" type="presParOf" srcId="{6735E690-0B8F-4752-A2AC-D2A9FC1B494A}" destId="{F653069A-135F-443E-823D-E6C80FFC9B95}" srcOrd="3" destOrd="0" presId="urn:microsoft.com/office/officeart/2018/5/layout/IconLeafLabelList"/>
    <dgm:cxn modelId="{E1F06313-F777-4022-99AA-05F4BF8CBECA}" type="presParOf" srcId="{6735E690-0B8F-4752-A2AC-D2A9FC1B494A}" destId="{86ABF5E5-4F9C-4D32-BE0E-E4F731863059}" srcOrd="4" destOrd="0" presId="urn:microsoft.com/office/officeart/2018/5/layout/IconLeafLabelList"/>
    <dgm:cxn modelId="{A7AE2779-5446-4EA2-85BA-6D26FAA35073}" type="presParOf" srcId="{86ABF5E5-4F9C-4D32-BE0E-E4F731863059}" destId="{A92335F9-6E81-493A-BF63-A34A2C048FDA}" srcOrd="0" destOrd="0" presId="urn:microsoft.com/office/officeart/2018/5/layout/IconLeafLabelList"/>
    <dgm:cxn modelId="{9035D903-0800-4E24-858D-E8A4403CD692}" type="presParOf" srcId="{86ABF5E5-4F9C-4D32-BE0E-E4F731863059}" destId="{A223615A-5DFF-4033-800F-A37153983884}" srcOrd="1" destOrd="0" presId="urn:microsoft.com/office/officeart/2018/5/layout/IconLeafLabelList"/>
    <dgm:cxn modelId="{C51AC21E-EE7B-4281-9E80-F48D783D1648}" type="presParOf" srcId="{86ABF5E5-4F9C-4D32-BE0E-E4F731863059}" destId="{4A694383-76D9-4644-8D3E-EB6ECD745BE4}" srcOrd="2" destOrd="0" presId="urn:microsoft.com/office/officeart/2018/5/layout/IconLeafLabelList"/>
    <dgm:cxn modelId="{5CF58B02-D34B-4872-ADED-CA8C3F24CDFB}" type="presParOf" srcId="{86ABF5E5-4F9C-4D32-BE0E-E4F731863059}" destId="{D7EA071C-FD9D-4A7B-A65D-385B0252F34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5E461A-B029-4D7B-B9C6-9E06FBAF5D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81CB63-A290-4B06-ACCD-69C426CA7F1A}">
      <dgm:prSet/>
      <dgm:spPr/>
      <dgm:t>
        <a:bodyPr/>
        <a:lstStyle/>
        <a:p>
          <a:r>
            <a:rPr lang="es-MX" b="0" i="0" baseline="0"/>
            <a:t>Programas como el </a:t>
          </a:r>
          <a:r>
            <a:rPr lang="es-MX" b="1" i="0" baseline="0"/>
            <a:t>Contrato de Aprendizaje</a:t>
          </a:r>
          <a:r>
            <a:rPr lang="es-MX" b="0" i="0" baseline="0"/>
            <a:t> que vinculan la teoría con la práctica.</a:t>
          </a:r>
          <a:endParaRPr lang="en-US"/>
        </a:p>
      </dgm:t>
    </dgm:pt>
    <dgm:pt modelId="{1A4D3152-BC2D-4F8F-A711-F381A7C0E662}" type="parTrans" cxnId="{7A495A29-F4C5-43E1-97B8-6EFFCB72A17C}">
      <dgm:prSet/>
      <dgm:spPr/>
      <dgm:t>
        <a:bodyPr/>
        <a:lstStyle/>
        <a:p>
          <a:endParaRPr lang="en-US"/>
        </a:p>
      </dgm:t>
    </dgm:pt>
    <dgm:pt modelId="{9816603C-0892-41ED-BDCB-E11153AEEF3E}" type="sibTrans" cxnId="{7A495A29-F4C5-43E1-97B8-6EFFCB72A17C}">
      <dgm:prSet/>
      <dgm:spPr/>
      <dgm:t>
        <a:bodyPr/>
        <a:lstStyle/>
        <a:p>
          <a:endParaRPr lang="en-US"/>
        </a:p>
      </dgm:t>
    </dgm:pt>
    <dgm:pt modelId="{C7842501-3BB1-4562-AFEA-B00D40702BA5}">
      <dgm:prSet/>
      <dgm:spPr/>
      <dgm:t>
        <a:bodyPr/>
        <a:lstStyle/>
        <a:p>
          <a:r>
            <a:rPr lang="es-MX" b="0" i="0" baseline="0"/>
            <a:t>Fortalecimiento de habilidades blandas y técnicas.</a:t>
          </a:r>
          <a:endParaRPr lang="en-US"/>
        </a:p>
      </dgm:t>
    </dgm:pt>
    <dgm:pt modelId="{80668E2C-EB34-49E9-A5B2-481F1D0C7678}" type="parTrans" cxnId="{DD431763-B2EE-468B-9D2A-CD537B557CA4}">
      <dgm:prSet/>
      <dgm:spPr/>
      <dgm:t>
        <a:bodyPr/>
        <a:lstStyle/>
        <a:p>
          <a:endParaRPr lang="en-US"/>
        </a:p>
      </dgm:t>
    </dgm:pt>
    <dgm:pt modelId="{68C0EF07-5619-48CD-9EA4-5578BC7CB751}" type="sibTrans" cxnId="{DD431763-B2EE-468B-9D2A-CD537B557CA4}">
      <dgm:prSet/>
      <dgm:spPr/>
      <dgm:t>
        <a:bodyPr/>
        <a:lstStyle/>
        <a:p>
          <a:endParaRPr lang="en-US"/>
        </a:p>
      </dgm:t>
    </dgm:pt>
    <dgm:pt modelId="{D417B60B-DAE0-4A66-A095-BFC533087A69}">
      <dgm:prSet/>
      <dgm:spPr/>
      <dgm:t>
        <a:bodyPr/>
        <a:lstStyle/>
        <a:p>
          <a:r>
            <a:rPr lang="es-MX" b="0" i="0" baseline="0"/>
            <a:t>Apoyo continuo a través de servicios de asesoría y capacitación.</a:t>
          </a:r>
          <a:endParaRPr lang="en-US"/>
        </a:p>
      </dgm:t>
    </dgm:pt>
    <dgm:pt modelId="{5DB3408F-E371-46FF-986B-E0ADEFB1CC2A}" type="parTrans" cxnId="{1E73187C-BDC8-485A-A704-C06A237A14D4}">
      <dgm:prSet/>
      <dgm:spPr/>
      <dgm:t>
        <a:bodyPr/>
        <a:lstStyle/>
        <a:p>
          <a:endParaRPr lang="en-US"/>
        </a:p>
      </dgm:t>
    </dgm:pt>
    <dgm:pt modelId="{22BACBC3-EBB1-479D-ABCE-E06D71E7B599}" type="sibTrans" cxnId="{1E73187C-BDC8-485A-A704-C06A237A14D4}">
      <dgm:prSet/>
      <dgm:spPr/>
      <dgm:t>
        <a:bodyPr/>
        <a:lstStyle/>
        <a:p>
          <a:endParaRPr lang="en-US"/>
        </a:p>
      </dgm:t>
    </dgm:pt>
    <dgm:pt modelId="{BA1D390E-7DF6-4578-A9D1-4BD90DE0270D}" type="pres">
      <dgm:prSet presAssocID="{DA5E461A-B029-4D7B-B9C6-9E06FBAF5D9C}" presName="root" presStyleCnt="0">
        <dgm:presLayoutVars>
          <dgm:dir/>
          <dgm:resizeHandles val="exact"/>
        </dgm:presLayoutVars>
      </dgm:prSet>
      <dgm:spPr/>
    </dgm:pt>
    <dgm:pt modelId="{CCAA989B-FD9F-40FD-95FA-A9D92AF1833C}" type="pres">
      <dgm:prSet presAssocID="{D581CB63-A290-4B06-ACCD-69C426CA7F1A}" presName="compNode" presStyleCnt="0"/>
      <dgm:spPr/>
    </dgm:pt>
    <dgm:pt modelId="{CE580683-5F3F-4031-B803-2E671D263261}" type="pres">
      <dgm:prSet presAssocID="{D581CB63-A290-4B06-ACCD-69C426CA7F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D25585B0-1127-464E-A788-2171900242A1}" type="pres">
      <dgm:prSet presAssocID="{D581CB63-A290-4B06-ACCD-69C426CA7F1A}" presName="spaceRect" presStyleCnt="0"/>
      <dgm:spPr/>
    </dgm:pt>
    <dgm:pt modelId="{EF5A006A-C86B-4F31-99E3-0CF4B93E07FD}" type="pres">
      <dgm:prSet presAssocID="{D581CB63-A290-4B06-ACCD-69C426CA7F1A}" presName="textRect" presStyleLbl="revTx" presStyleIdx="0" presStyleCnt="3">
        <dgm:presLayoutVars>
          <dgm:chMax val="1"/>
          <dgm:chPref val="1"/>
        </dgm:presLayoutVars>
      </dgm:prSet>
      <dgm:spPr/>
    </dgm:pt>
    <dgm:pt modelId="{B377B34D-FDE1-4CD1-99D9-9D499DC7C787}" type="pres">
      <dgm:prSet presAssocID="{9816603C-0892-41ED-BDCB-E11153AEEF3E}" presName="sibTrans" presStyleCnt="0"/>
      <dgm:spPr/>
    </dgm:pt>
    <dgm:pt modelId="{1017F338-8342-4734-9259-432D3ED33493}" type="pres">
      <dgm:prSet presAssocID="{C7842501-3BB1-4562-AFEA-B00D40702BA5}" presName="compNode" presStyleCnt="0"/>
      <dgm:spPr/>
    </dgm:pt>
    <dgm:pt modelId="{BBECA4D8-9379-445B-970A-7ED54D408DFC}" type="pres">
      <dgm:prSet presAssocID="{C7842501-3BB1-4562-AFEA-B00D40702B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cuerna"/>
        </a:ext>
      </dgm:extLst>
    </dgm:pt>
    <dgm:pt modelId="{456BA7B9-5DE3-4DC5-A76E-7207E91FB2F3}" type="pres">
      <dgm:prSet presAssocID="{C7842501-3BB1-4562-AFEA-B00D40702BA5}" presName="spaceRect" presStyleCnt="0"/>
      <dgm:spPr/>
    </dgm:pt>
    <dgm:pt modelId="{7EAB1364-C3D9-4AEB-9AA1-28D357872AFD}" type="pres">
      <dgm:prSet presAssocID="{C7842501-3BB1-4562-AFEA-B00D40702BA5}" presName="textRect" presStyleLbl="revTx" presStyleIdx="1" presStyleCnt="3">
        <dgm:presLayoutVars>
          <dgm:chMax val="1"/>
          <dgm:chPref val="1"/>
        </dgm:presLayoutVars>
      </dgm:prSet>
      <dgm:spPr/>
    </dgm:pt>
    <dgm:pt modelId="{8741E39E-BC96-4B33-9E1F-0B91098194F0}" type="pres">
      <dgm:prSet presAssocID="{68C0EF07-5619-48CD-9EA4-5578BC7CB751}" presName="sibTrans" presStyleCnt="0"/>
      <dgm:spPr/>
    </dgm:pt>
    <dgm:pt modelId="{E9D098A0-8DFF-4C43-89AC-2E98D5405960}" type="pres">
      <dgm:prSet presAssocID="{D417B60B-DAE0-4A66-A095-BFC533087A69}" presName="compNode" presStyleCnt="0"/>
      <dgm:spPr/>
    </dgm:pt>
    <dgm:pt modelId="{69D6D906-0DA6-4E45-9639-DC7F12B3BD74}" type="pres">
      <dgm:prSet presAssocID="{D417B60B-DAE0-4A66-A095-BFC533087A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D446236-03C4-495C-9326-AD6EF6B25760}" type="pres">
      <dgm:prSet presAssocID="{D417B60B-DAE0-4A66-A095-BFC533087A69}" presName="spaceRect" presStyleCnt="0"/>
      <dgm:spPr/>
    </dgm:pt>
    <dgm:pt modelId="{AB3C26E9-E2AB-44CE-A07E-D39BC0A4F505}" type="pres">
      <dgm:prSet presAssocID="{D417B60B-DAE0-4A66-A095-BFC533087A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A495A29-F4C5-43E1-97B8-6EFFCB72A17C}" srcId="{DA5E461A-B029-4D7B-B9C6-9E06FBAF5D9C}" destId="{D581CB63-A290-4B06-ACCD-69C426CA7F1A}" srcOrd="0" destOrd="0" parTransId="{1A4D3152-BC2D-4F8F-A711-F381A7C0E662}" sibTransId="{9816603C-0892-41ED-BDCB-E11153AEEF3E}"/>
    <dgm:cxn modelId="{181D2D2B-DC13-4092-ADB1-5297FAD1CD4B}" type="presOf" srcId="{DA5E461A-B029-4D7B-B9C6-9E06FBAF5D9C}" destId="{BA1D390E-7DF6-4578-A9D1-4BD90DE0270D}" srcOrd="0" destOrd="0" presId="urn:microsoft.com/office/officeart/2018/2/layout/IconLabelList"/>
    <dgm:cxn modelId="{DD431763-B2EE-468B-9D2A-CD537B557CA4}" srcId="{DA5E461A-B029-4D7B-B9C6-9E06FBAF5D9C}" destId="{C7842501-3BB1-4562-AFEA-B00D40702BA5}" srcOrd="1" destOrd="0" parTransId="{80668E2C-EB34-49E9-A5B2-481F1D0C7678}" sibTransId="{68C0EF07-5619-48CD-9EA4-5578BC7CB751}"/>
    <dgm:cxn modelId="{8D675A6E-D50B-4722-A5A1-7C7EB27C0B26}" type="presOf" srcId="{D581CB63-A290-4B06-ACCD-69C426CA7F1A}" destId="{EF5A006A-C86B-4F31-99E3-0CF4B93E07FD}" srcOrd="0" destOrd="0" presId="urn:microsoft.com/office/officeart/2018/2/layout/IconLabelList"/>
    <dgm:cxn modelId="{1E73187C-BDC8-485A-A704-C06A237A14D4}" srcId="{DA5E461A-B029-4D7B-B9C6-9E06FBAF5D9C}" destId="{D417B60B-DAE0-4A66-A095-BFC533087A69}" srcOrd="2" destOrd="0" parTransId="{5DB3408F-E371-46FF-986B-E0ADEFB1CC2A}" sibTransId="{22BACBC3-EBB1-479D-ABCE-E06D71E7B599}"/>
    <dgm:cxn modelId="{D38A1A8F-45E2-437A-9A93-7898000EB398}" type="presOf" srcId="{D417B60B-DAE0-4A66-A095-BFC533087A69}" destId="{AB3C26E9-E2AB-44CE-A07E-D39BC0A4F505}" srcOrd="0" destOrd="0" presId="urn:microsoft.com/office/officeart/2018/2/layout/IconLabelList"/>
    <dgm:cxn modelId="{600752D4-CFE4-4DBD-8775-A6BA5EC6BB2C}" type="presOf" srcId="{C7842501-3BB1-4562-AFEA-B00D40702BA5}" destId="{7EAB1364-C3D9-4AEB-9AA1-28D357872AFD}" srcOrd="0" destOrd="0" presId="urn:microsoft.com/office/officeart/2018/2/layout/IconLabelList"/>
    <dgm:cxn modelId="{D6AA6F0A-9CDE-49ED-958F-FF5F00BCA5E8}" type="presParOf" srcId="{BA1D390E-7DF6-4578-A9D1-4BD90DE0270D}" destId="{CCAA989B-FD9F-40FD-95FA-A9D92AF1833C}" srcOrd="0" destOrd="0" presId="urn:microsoft.com/office/officeart/2018/2/layout/IconLabelList"/>
    <dgm:cxn modelId="{8E28DF92-F340-45C2-831B-95582B11A2FC}" type="presParOf" srcId="{CCAA989B-FD9F-40FD-95FA-A9D92AF1833C}" destId="{CE580683-5F3F-4031-B803-2E671D263261}" srcOrd="0" destOrd="0" presId="urn:microsoft.com/office/officeart/2018/2/layout/IconLabelList"/>
    <dgm:cxn modelId="{30B51F2A-2809-4634-B668-B9C0EC4C74B7}" type="presParOf" srcId="{CCAA989B-FD9F-40FD-95FA-A9D92AF1833C}" destId="{D25585B0-1127-464E-A788-2171900242A1}" srcOrd="1" destOrd="0" presId="urn:microsoft.com/office/officeart/2018/2/layout/IconLabelList"/>
    <dgm:cxn modelId="{F085091F-C22C-4DBC-B909-E87E3D67ED9E}" type="presParOf" srcId="{CCAA989B-FD9F-40FD-95FA-A9D92AF1833C}" destId="{EF5A006A-C86B-4F31-99E3-0CF4B93E07FD}" srcOrd="2" destOrd="0" presId="urn:microsoft.com/office/officeart/2018/2/layout/IconLabelList"/>
    <dgm:cxn modelId="{1C4D7FFB-3596-4E43-A0DE-51D2DD6A8C4D}" type="presParOf" srcId="{BA1D390E-7DF6-4578-A9D1-4BD90DE0270D}" destId="{B377B34D-FDE1-4CD1-99D9-9D499DC7C787}" srcOrd="1" destOrd="0" presId="urn:microsoft.com/office/officeart/2018/2/layout/IconLabelList"/>
    <dgm:cxn modelId="{3FC88042-81F9-45E9-852D-054BFFC19125}" type="presParOf" srcId="{BA1D390E-7DF6-4578-A9D1-4BD90DE0270D}" destId="{1017F338-8342-4734-9259-432D3ED33493}" srcOrd="2" destOrd="0" presId="urn:microsoft.com/office/officeart/2018/2/layout/IconLabelList"/>
    <dgm:cxn modelId="{83056B53-3CDF-4A13-95E3-CEAE39BBB3C3}" type="presParOf" srcId="{1017F338-8342-4734-9259-432D3ED33493}" destId="{BBECA4D8-9379-445B-970A-7ED54D408DFC}" srcOrd="0" destOrd="0" presId="urn:microsoft.com/office/officeart/2018/2/layout/IconLabelList"/>
    <dgm:cxn modelId="{88FE1A93-0AC2-4303-9DAA-34E29018DA0C}" type="presParOf" srcId="{1017F338-8342-4734-9259-432D3ED33493}" destId="{456BA7B9-5DE3-4DC5-A76E-7207E91FB2F3}" srcOrd="1" destOrd="0" presId="urn:microsoft.com/office/officeart/2018/2/layout/IconLabelList"/>
    <dgm:cxn modelId="{4FD048E8-D80E-466B-9F14-8C1F5AC4A0A5}" type="presParOf" srcId="{1017F338-8342-4734-9259-432D3ED33493}" destId="{7EAB1364-C3D9-4AEB-9AA1-28D357872AFD}" srcOrd="2" destOrd="0" presId="urn:microsoft.com/office/officeart/2018/2/layout/IconLabelList"/>
    <dgm:cxn modelId="{32496AF7-A303-407E-9B32-D0E49645FA31}" type="presParOf" srcId="{BA1D390E-7DF6-4578-A9D1-4BD90DE0270D}" destId="{8741E39E-BC96-4B33-9E1F-0B91098194F0}" srcOrd="3" destOrd="0" presId="urn:microsoft.com/office/officeart/2018/2/layout/IconLabelList"/>
    <dgm:cxn modelId="{7158AB70-1520-4395-AE0D-C321AF0D643B}" type="presParOf" srcId="{BA1D390E-7DF6-4578-A9D1-4BD90DE0270D}" destId="{E9D098A0-8DFF-4C43-89AC-2E98D5405960}" srcOrd="4" destOrd="0" presId="urn:microsoft.com/office/officeart/2018/2/layout/IconLabelList"/>
    <dgm:cxn modelId="{4C355E7F-EF29-4DFC-99A9-B1D3C357F56C}" type="presParOf" srcId="{E9D098A0-8DFF-4C43-89AC-2E98D5405960}" destId="{69D6D906-0DA6-4E45-9639-DC7F12B3BD74}" srcOrd="0" destOrd="0" presId="urn:microsoft.com/office/officeart/2018/2/layout/IconLabelList"/>
    <dgm:cxn modelId="{7744077C-543B-4934-8F78-5A8DDA1B951D}" type="presParOf" srcId="{E9D098A0-8DFF-4C43-89AC-2E98D5405960}" destId="{0D446236-03C4-495C-9326-AD6EF6B25760}" srcOrd="1" destOrd="0" presId="urn:microsoft.com/office/officeart/2018/2/layout/IconLabelList"/>
    <dgm:cxn modelId="{846C5A5D-C2A0-4DA6-AAB0-6724731D9ACF}" type="presParOf" srcId="{E9D098A0-8DFF-4C43-89AC-2E98D5405960}" destId="{AB3C26E9-E2AB-44CE-A07E-D39BC0A4F5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DB1A2-CA08-4E6D-A057-44E590E883D0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48CA4-0880-4B53-8FC3-283686379C51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 baseline="0"/>
            <a:t>Formación técnica y profesional gratuita.</a:t>
          </a:r>
          <a:endParaRPr lang="en-US" sz="1400" kern="1200"/>
        </a:p>
      </dsp:txBody>
      <dsp:txXfrm>
        <a:off x="59990" y="2654049"/>
        <a:ext cx="3226223" cy="720000"/>
      </dsp:txXfrm>
    </dsp:sp>
    <dsp:sp modelId="{47A16EAA-EDE8-46BF-A2FA-1320DC540E21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98216-5013-444F-A0BB-02B129D0C631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 baseline="0"/>
            <a:t>Programas de emprendimiento como el Fondo Emprender.</a:t>
          </a:r>
          <a:endParaRPr lang="en-US" sz="1400" kern="1200"/>
        </a:p>
      </dsp:txBody>
      <dsp:txXfrm>
        <a:off x="3850802" y="2654049"/>
        <a:ext cx="3226223" cy="720000"/>
      </dsp:txXfrm>
    </dsp:sp>
    <dsp:sp modelId="{FDB19637-2869-4DBF-8555-64587A7F8C07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2B13D-5660-400D-8280-2628CCB476EC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i="0" kern="1200" baseline="0"/>
            <a:t>SENA Emprende Rural</a:t>
          </a:r>
          <a:r>
            <a:rPr lang="es-MX" sz="1400" b="0" i="0" kern="1200" baseline="0"/>
            <a:t>: apoyando a las comunidades rurales con formación y apoyo a proyectos productivos.</a:t>
          </a:r>
          <a:endParaRPr lang="en-US" sz="1400" kern="1200"/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BE47-098A-48CE-898F-2FF426F5349E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D0179-D1DE-4C84-BA6D-61730BA02CD0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5B0FD-BCFB-4F28-93C3-840390F465BA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0" i="0" kern="1200" baseline="0"/>
            <a:t>Proyectos como </a:t>
          </a:r>
          <a:r>
            <a:rPr lang="es-MX" sz="1200" b="1" i="0" kern="1200" baseline="0"/>
            <a:t>SENNOVA</a:t>
          </a:r>
          <a:r>
            <a:rPr lang="es-MX" sz="1200" b="0" i="0" kern="1200" baseline="0"/>
            <a:t> que impulsan la investigación, desarrollo tecnológico e innovación.</a:t>
          </a:r>
          <a:endParaRPr lang="en-US" sz="1200" kern="1200"/>
        </a:p>
      </dsp:txBody>
      <dsp:txXfrm>
        <a:off x="93445" y="3018902"/>
        <a:ext cx="3206250" cy="720000"/>
      </dsp:txXfrm>
    </dsp:sp>
    <dsp:sp modelId="{501782E5-F6CE-41AF-8BD6-BCCBC02EC922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75E06-92CC-4B0A-AD7E-FAD58C58F863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98C98-7D54-4B72-B4E3-1B39431106B0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0" i="0" kern="1200" baseline="0"/>
            <a:t>Parques tecnológicos y </a:t>
          </a:r>
          <a:r>
            <a:rPr lang="es-MX" sz="1200" b="1" i="0" kern="1200" baseline="0"/>
            <a:t>Tecnoacademias</a:t>
          </a:r>
          <a:r>
            <a:rPr lang="es-MX" sz="1200" b="0" i="0" kern="1200" baseline="0"/>
            <a:t> que fomentan el emprendimiento y la competitividad.</a:t>
          </a:r>
          <a:endParaRPr lang="en-US" sz="1200" kern="1200"/>
        </a:p>
      </dsp:txBody>
      <dsp:txXfrm>
        <a:off x="3860789" y="3018902"/>
        <a:ext cx="3206250" cy="720000"/>
      </dsp:txXfrm>
    </dsp:sp>
    <dsp:sp modelId="{A92335F9-6E81-493A-BF63-A34A2C048FDA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3615A-5DFF-4033-800F-A3715398388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A071C-FD9D-4A7B-A65D-385B0252F34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0" i="0" kern="1200" baseline="0"/>
            <a:t>Colaboración con empresas para soluciones tecnológicas y mejora de procesos productivos.</a:t>
          </a:r>
          <a:endParaRPr lang="en-US" sz="1200" kern="1200"/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80683-5F3F-4031-B803-2E671D263261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A006A-C86B-4F31-99E3-0CF4B93E07FD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i="0" kern="1200" baseline="0"/>
            <a:t>Programas como el </a:t>
          </a:r>
          <a:r>
            <a:rPr lang="es-MX" sz="1700" b="1" i="0" kern="1200" baseline="0"/>
            <a:t>Contrato de Aprendizaje</a:t>
          </a:r>
          <a:r>
            <a:rPr lang="es-MX" sz="1700" b="0" i="0" kern="1200" baseline="0"/>
            <a:t> que vinculan la teoría con la práctica.</a:t>
          </a:r>
          <a:endParaRPr lang="en-US" sz="1700" kern="1200"/>
        </a:p>
      </dsp:txBody>
      <dsp:txXfrm>
        <a:off x="59990" y="2654049"/>
        <a:ext cx="3226223" cy="720000"/>
      </dsp:txXfrm>
    </dsp:sp>
    <dsp:sp modelId="{BBECA4D8-9379-445B-970A-7ED54D408DFC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B1364-C3D9-4AEB-9AA1-28D357872AFD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i="0" kern="1200" baseline="0"/>
            <a:t>Fortalecimiento de habilidades blandas y técnicas.</a:t>
          </a:r>
          <a:endParaRPr lang="en-US" sz="1700" kern="1200"/>
        </a:p>
      </dsp:txBody>
      <dsp:txXfrm>
        <a:off x="3850802" y="2654049"/>
        <a:ext cx="3226223" cy="720000"/>
      </dsp:txXfrm>
    </dsp:sp>
    <dsp:sp modelId="{69D6D906-0DA6-4E45-9639-DC7F12B3BD74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C26E9-E2AB-44CE-A07E-D39BC0A4F505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i="0" kern="1200" baseline="0"/>
            <a:t>Apoyo continuo a través de servicios de asesoría y capacitación.</a:t>
          </a:r>
          <a:endParaRPr lang="en-US" sz="17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3A585-D620-AA14-4E73-DDCF1BD48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CA0670-5586-D2D1-C07E-5D1860D2D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046795-9437-F908-8BAF-3FAED861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A922D-34D6-1E00-9B50-EBA4E00F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136412-501C-4526-0078-0503B79E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095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82841-0AE4-FE60-FC0A-AA684A03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7031A1-40D8-1DFE-BBC5-F89B72771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FC40D9-3B25-DBDD-5233-D3B5101F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16ECCF-AEB2-1008-3E3C-8536439E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677654-1912-497C-0FAF-61DC5782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06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00743-F6B3-C7B8-045E-93782CE5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F82D8D-B5C4-CB59-EB23-6877CCED2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F90759-F7C2-1D66-A4FC-8636E5E6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CBFD50-70A9-FDC3-93BE-9C5375F9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4ACE8-DB84-0AAE-CC33-C1996FB7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614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DB59-232E-D788-2ADE-B46DA609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0B6AE-8D3A-CFB3-DD9F-C88A53B31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C1082E-9CA7-FD31-6A98-0FAA3CCCC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0A002F-29F1-8D25-6C30-415A34D1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86D447-9BE3-CA00-E3C5-50320F35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1F1724-6E79-45D0-D538-7F3C47B1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62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CBCE7-E507-61A7-6B56-4A284156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126CF6-B0C5-A765-4112-BB4EB040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F74A5B-A705-C1F6-898E-B8902D925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9FDE23-C7B6-C4C8-BC61-5B41422BD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F1FE95-C8E4-CAFF-7AF9-58D7ED4B9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58766D-DD6B-2E31-DB46-12189036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6EC9C7-2610-955E-2E23-A95AF346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6A7675-66D7-571F-8D51-E36AE5F6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38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6CD57-431C-AA57-2189-DD059F16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3E751B-148E-A2D7-A0E1-F55BED64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F542E-B4FE-97B6-E250-DC74AAAA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E09CC6-9D71-6ACB-6565-2D1D111D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781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F6AAAA-945B-144C-858C-9D31FC82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B7AA41-74C5-41A8-2B33-833E71C8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FABC82-B0E5-8001-2E34-308A31F3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167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C5B6-F7F5-F708-4C41-5E7C2DABE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3CD86B-4F32-EE4F-AD3A-7E72E6549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5EE66D-FF6C-5754-04CA-EEDA4A127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B5FCD-C390-EC18-458C-C0DE33C9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897078-7A3E-D659-52A3-D629CBE5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EDDEA8-833D-4966-84E9-B06BD58E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99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717E6-2599-0993-4DD4-F00E877A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BEAD88-0A15-C80B-CDD0-5C358D11F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7FD210-B695-C0B2-3551-34648803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C94384-66D8-4CE3-6DE5-348ACBB6C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BC79B7-274E-6AA5-D28E-F0632ECF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0828DB-F9BD-115C-ED61-BB97C162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4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B4605-8D3E-88BD-F82B-373FA15E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86C907-DF5E-8701-3EE4-1C2B8ACB2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BA1F67-2327-5BA0-D59B-2C4C9DBD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5C287C-72D9-497F-486E-93F14D6C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EBD28D-6591-3ADE-1238-A697C798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016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FD75C6-701C-7BF6-AEF9-E2F993367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315F89-6980-A2BE-C8ED-8B27F9FE2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98F8BF-7E61-CEEA-9B7F-491511A3C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87CB8-C527-B289-D378-65CAD35C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5554FC-D667-B087-00C9-43466398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336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DEDF3A-3A65-0396-D7D1-CF1631AF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D6DCB-D237-832C-6FFC-CA8DD5152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D43EBA-4B03-61C1-CCE8-043C7B8EB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2254B-86FD-456E-BC42-43A1A37944D6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BC852-3774-A1A7-DEB9-F4EA84814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228F1E-AE1F-3A3A-BFBF-009EFD65C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D6B3E-5A34-4C43-9116-A431738998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867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4FE9F1-86FE-2C68-B711-CF5B499D5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MX" sz="11500"/>
              <a:t>Historia y Mision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6DE466-BE72-516A-AA60-4789A14C15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85241" y="4582814"/>
            <a:ext cx="7132335" cy="131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Fundado en 1957.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Objetivo: ofrecer formación técnica y profesional de alta calidad.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Preparar a los colombianos para el desarrollo económico y social del país.</a:t>
            </a:r>
          </a:p>
        </p:txBody>
      </p:sp>
    </p:spTree>
    <p:extLst>
      <p:ext uri="{BB962C8B-B14F-4D97-AF65-F5344CB8AC3E}">
        <p14:creationId xmlns:p14="http://schemas.microsoft.com/office/powerpoint/2010/main" val="26699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0365B1-920D-5CA7-7A64-004DF3C0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Servicios y programas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F65FB7E-B268-A416-4F77-947C713D96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3235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989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onitores de ordenador antiguos">
            <a:extLst>
              <a:ext uri="{FF2B5EF4-FFF2-40B4-BE49-F238E27FC236}">
                <a16:creationId xmlns:a16="http://schemas.microsoft.com/office/drawing/2014/main" id="{CD568169-4E36-DCDF-5B1E-41B894CA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49" r="24052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252915-CC96-A9CC-5D20-B5149DC6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MX" sz="4000"/>
              <a:t>Internacionalización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BA471E-4C43-1379-B803-28AB3CEFC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2884929"/>
            <a:ext cx="4659756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Oportunidades de pasantías internacionales.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Convenios con instituciones extranjeras para intercambios educativos y proyectos colaborativos.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Preparación para estudiantes que desean trabajar globalmente.</a:t>
            </a:r>
          </a:p>
        </p:txBody>
      </p:sp>
    </p:spTree>
    <p:extLst>
      <p:ext uri="{BB962C8B-B14F-4D97-AF65-F5344CB8AC3E}">
        <p14:creationId xmlns:p14="http://schemas.microsoft.com/office/powerpoint/2010/main" val="233459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A636DB-54A1-F0BE-9FBE-72AFBA5E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Innovación y tecnología 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657FFEE-5FD5-8781-74A1-A422DBDBC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6128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26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D76178-E3B7-9C8C-B666-91D9200B7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MX" sz="4000"/>
              <a:t>Impacto social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7D4A4D-8A30-F52A-3359-C140D04E2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Más de 2 millones de personas formadas anualmente.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Contribución a la empleabilidad de jóvenes y adultos.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Promoción de la equidad social y desarrollo económico en regiones rurales y urbanas.</a:t>
            </a:r>
          </a:p>
        </p:txBody>
      </p:sp>
      <p:pic>
        <p:nvPicPr>
          <p:cNvPr id="6" name="Picture 5" descr="Figuras talladas de seres humanos coloridas">
            <a:extLst>
              <a:ext uri="{FF2B5EF4-FFF2-40B4-BE49-F238E27FC236}">
                <a16:creationId xmlns:a16="http://schemas.microsoft.com/office/drawing/2014/main" id="{F362152A-BACF-D798-F866-48EE384A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4" r="18181" b="-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8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4BBBC2-6BB4-085C-507D-E4C5351F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Oportunidades de crecimiento	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19DFE60-B649-CCDF-ADED-6BA17B06F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2326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062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200</Words>
  <Application>Microsoft Office PowerPoint</Application>
  <PresentationFormat>Panorámica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Historia y Mision</vt:lpstr>
      <vt:lpstr>Servicios y programas</vt:lpstr>
      <vt:lpstr>Internacionalización</vt:lpstr>
      <vt:lpstr>Innovación y tecnología </vt:lpstr>
      <vt:lpstr>Impacto social</vt:lpstr>
      <vt:lpstr>Oportunidades de crecimiento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Administrador</cp:lastModifiedBy>
  <cp:revision>1</cp:revision>
  <dcterms:created xsi:type="dcterms:W3CDTF">2025-05-06T21:22:55Z</dcterms:created>
  <dcterms:modified xsi:type="dcterms:W3CDTF">2025-05-06T21:28:48Z</dcterms:modified>
</cp:coreProperties>
</file>