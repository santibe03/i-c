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rygada 1918"/>
      <p:regular r:id="rId17"/>
    </p:embeddedFont>
    <p:embeddedFont>
      <p:font typeface="Brygada 1918"/>
      <p:regular r:id="rId18"/>
    </p:embeddedFont>
    <p:embeddedFont>
      <p:font typeface="Brygada 1918"/>
      <p:regular r:id="rId19"/>
    </p:embeddedFont>
    <p:embeddedFont>
      <p:font typeface="Brygada 1918"/>
      <p:regular r:id="rId20"/>
    </p:embeddedFont>
    <p:embeddedFont>
      <p:font typeface="Montserrat Medium"/>
      <p:regular r:id="rId21"/>
    </p:embeddedFont>
    <p:embeddedFont>
      <p:font typeface="Montserrat Medium"/>
      <p:regular r:id="rId22"/>
    </p:embeddedFont>
    <p:embeddedFont>
      <p:font typeface="Montserrat Medium"/>
      <p:regular r:id="rId23"/>
    </p:embeddedFont>
    <p:embeddedFont>
      <p:font typeface="Montserrat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2470071"/>
            <a:ext cx="76454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Introducción a la Formación en el SENA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49260" y="4218265"/>
            <a:ext cx="76454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Guía para nuevos aprendices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49260" y="4801553"/>
            <a:ext cx="76454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Presentado por el equipo SENA - 2024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749260" y="5400913"/>
            <a:ext cx="342543" cy="342543"/>
          </a:xfrm>
          <a:prstGeom prst="roundRect">
            <a:avLst>
              <a:gd name="adj" fmla="val 26691789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80" y="5408533"/>
            <a:ext cx="327303" cy="3273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98840" y="5384840"/>
            <a:ext cx="2121337" cy="374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by Juan Padilla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762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4136469"/>
            <a:ext cx="12978051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¿Qué es la Formación Profesional Integral (FPI)?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49260" y="5171123"/>
            <a:ext cx="6458903" cy="1598176"/>
          </a:xfrm>
          <a:prstGeom prst="roundRect">
            <a:avLst>
              <a:gd name="adj" fmla="val 2010"/>
            </a:avLst>
          </a:prstGeom>
          <a:solidFill>
            <a:srgbClr val="4D1529"/>
          </a:solidFill>
          <a:ln/>
        </p:spPr>
      </p:sp>
      <p:sp>
        <p:nvSpPr>
          <p:cNvPr id="5" name="Text 2"/>
          <p:cNvSpPr/>
          <p:nvPr/>
        </p:nvSpPr>
        <p:spPr>
          <a:xfrm>
            <a:off x="963335" y="538519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Definición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3335" y="5870377"/>
            <a:ext cx="6030754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Formación que integra habilidades técnicas, desarrollo humano y valores.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422237" y="5171123"/>
            <a:ext cx="6458903" cy="1598176"/>
          </a:xfrm>
          <a:prstGeom prst="roundRect">
            <a:avLst>
              <a:gd name="adj" fmla="val 2010"/>
            </a:avLst>
          </a:prstGeom>
          <a:solidFill>
            <a:srgbClr val="4D1529"/>
          </a:solidFill>
          <a:ln/>
        </p:spPr>
      </p:sp>
      <p:sp>
        <p:nvSpPr>
          <p:cNvPr id="8" name="Text 5"/>
          <p:cNvSpPr/>
          <p:nvPr/>
        </p:nvSpPr>
        <p:spPr>
          <a:xfrm>
            <a:off x="7636312" y="538519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Objetivo principal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36312" y="5870377"/>
            <a:ext cx="6030754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Formar personas competentes y éticas para el mercado laboral.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762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3964186"/>
            <a:ext cx="11734324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Características de la Formación en el SENA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49260" y="4998839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</p:sp>
      <p:sp>
        <p:nvSpPr>
          <p:cNvPr id="5" name="Text 2"/>
          <p:cNvSpPr/>
          <p:nvPr/>
        </p:nvSpPr>
        <p:spPr>
          <a:xfrm>
            <a:off x="1445062" y="5072420"/>
            <a:ext cx="3503176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Formación teórico-práctica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45062" y="5914430"/>
            <a:ext cx="3503176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Equilibrio entre teoría y práctica para aprendizaje efectivo.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215771" y="4998839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</p:sp>
      <p:sp>
        <p:nvSpPr>
          <p:cNvPr id="8" name="Text 5"/>
          <p:cNvSpPr/>
          <p:nvPr/>
        </p:nvSpPr>
        <p:spPr>
          <a:xfrm>
            <a:off x="5911572" y="5072420"/>
            <a:ext cx="3298031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Competencias laborales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11572" y="5557599"/>
            <a:ext cx="3503176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Enfoque en habilidades para el desempeño profesional real.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682282" y="4998839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</p:sp>
      <p:sp>
        <p:nvSpPr>
          <p:cNvPr id="11" name="Text 8"/>
          <p:cNvSpPr/>
          <p:nvPr/>
        </p:nvSpPr>
        <p:spPr>
          <a:xfrm>
            <a:off x="10378083" y="5072420"/>
            <a:ext cx="3503176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Desarrollo humano integral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378083" y="5914430"/>
            <a:ext cx="3503176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Formación con valores, responsabilidad y habilidades sociales.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2937391"/>
            <a:ext cx="5709404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Enfoque Pedagógico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49260" y="4186118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Aprender haciendo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260" y="4757023"/>
            <a:ext cx="6304836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Prácticas en talleres, laboratorios y proyectos reales.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83924" y="4186118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Trabajo colaborativo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924" y="4757023"/>
            <a:ext cx="6304836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Fomento del trabajo en equipo y habilidades sociales.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1245870"/>
            <a:ext cx="11411783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Componentes de la Propuesta Pedagógica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41421" y="2871192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Antropológico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260" y="3356372"/>
            <a:ext cx="3946803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El ser humano en el centro, con desarrollo integral.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7175" y="2387560"/>
            <a:ext cx="4596051" cy="45960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7478" y="3347859"/>
            <a:ext cx="320278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934337" y="2871192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Axiológico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4337" y="3356372"/>
            <a:ext cx="3946803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Educación basada en ética, respeto y justicia.</a:t>
            </a:r>
            <a:endParaRPr lang="en-US" sz="16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175" y="2387560"/>
            <a:ext cx="4596051" cy="45960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92405" y="3347859"/>
            <a:ext cx="320278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9934337" y="5329833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Epistemológico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4337" y="5815013"/>
            <a:ext cx="3946803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Formas de adquirir y enseñar el conocimiento.</a:t>
            </a:r>
            <a:endParaRPr lang="en-US" sz="16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175" y="2387560"/>
            <a:ext cx="4596051" cy="45960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92405" y="5622786"/>
            <a:ext cx="320278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1841421" y="5329833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Ciencia y tecnología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49260" y="5815013"/>
            <a:ext cx="3946803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Uso de herramientas tecnológicas para el aprendizaje.</a:t>
            </a:r>
            <a:endParaRPr lang="en-US" sz="16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175" y="2387560"/>
            <a:ext cx="4596051" cy="459605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17478" y="5622786"/>
            <a:ext cx="320278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4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660" y="796052"/>
            <a:ext cx="76454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Paradigmas de la Contemporaneidad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35660" y="2544247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</p:sp>
      <p:sp>
        <p:nvSpPr>
          <p:cNvPr id="5" name="Text 2"/>
          <p:cNvSpPr/>
          <p:nvPr/>
        </p:nvSpPr>
        <p:spPr>
          <a:xfrm>
            <a:off x="6931462" y="261782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Ciencia y tecnología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31462" y="3103007"/>
            <a:ext cx="694967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Incorporación de las últimas herramientas digitales.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35660" y="3873579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</p:sp>
      <p:sp>
        <p:nvSpPr>
          <p:cNvPr id="8" name="Text 5"/>
          <p:cNvSpPr/>
          <p:nvPr/>
        </p:nvSpPr>
        <p:spPr>
          <a:xfrm>
            <a:off x="6931462" y="3947160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Globalización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31462" y="4432340"/>
            <a:ext cx="694967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Preparación para un mundo conectado e interdependiente.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35660" y="5202912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</p:sp>
      <p:sp>
        <p:nvSpPr>
          <p:cNvPr id="11" name="Text 8"/>
          <p:cNvSpPr/>
          <p:nvPr/>
        </p:nvSpPr>
        <p:spPr>
          <a:xfrm>
            <a:off x="6931462" y="5276493"/>
            <a:ext cx="2919055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Desarrollo sostenible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931462" y="5761673"/>
            <a:ext cx="694967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Compromiso con la protección ambiental.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35660" y="6532245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</p:sp>
      <p:sp>
        <p:nvSpPr>
          <p:cNvPr id="14" name="Text 11"/>
          <p:cNvSpPr/>
          <p:nvPr/>
        </p:nvSpPr>
        <p:spPr>
          <a:xfrm>
            <a:off x="6931462" y="6605826"/>
            <a:ext cx="3037761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Diversidad e inclusión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31462" y="7091005"/>
            <a:ext cx="694967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Valoración y respeto por las diferencias humanas.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660" y="2963347"/>
            <a:ext cx="6619518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Redes del Conocimiento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35660" y="3998000"/>
            <a:ext cx="7645479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Conexiones entre personas e instituciones para compartir información.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235660" y="4923711"/>
            <a:ext cx="76454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Facilitan el acceso y mejoran el aprendizaje colaborativo.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660" y="2777847"/>
            <a:ext cx="76454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Desarrollo Humano Integral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35660" y="4526042"/>
            <a:ext cx="76454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Centro de la formación: personas completas, con habilidades y valores.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235660" y="5109329"/>
            <a:ext cx="76454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Preparación para el trabajo y la vida social responsable.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2766179"/>
            <a:ext cx="6529268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Modalidades de Estudio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49260" y="401490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Presencial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260" y="4585811"/>
            <a:ext cx="402859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Clases y prácticas en aula y talleres.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307687" y="401490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 distancia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7687" y="4585811"/>
            <a:ext cx="4028599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Formación remota con tutorías y recursos digitales.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866114" y="4014907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Mixta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6114" y="4585811"/>
            <a:ext cx="4028599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Combinación de presencial y virtual para mayor flexibilidad.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1863685"/>
            <a:ext cx="5709404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Resumen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49260" y="2898338"/>
            <a:ext cx="160496" cy="827603"/>
          </a:xfrm>
          <a:prstGeom prst="roundRect">
            <a:avLst>
              <a:gd name="adj" fmla="val 20010"/>
            </a:avLst>
          </a:prstGeom>
          <a:solidFill>
            <a:srgbClr val="4D1529"/>
          </a:solidFill>
          <a:ln/>
        </p:spPr>
      </p:sp>
      <p:sp>
        <p:nvSpPr>
          <p:cNvPr id="5" name="Text 2"/>
          <p:cNvSpPr/>
          <p:nvPr/>
        </p:nvSpPr>
        <p:spPr>
          <a:xfrm>
            <a:off x="1230868" y="2898338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Formación Integral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30868" y="3383518"/>
            <a:ext cx="7163872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Combinamos teoría, práctica y formación humana.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70372" y="3940016"/>
            <a:ext cx="160496" cy="827603"/>
          </a:xfrm>
          <a:prstGeom prst="roundRect">
            <a:avLst>
              <a:gd name="adj" fmla="val 20010"/>
            </a:avLst>
          </a:prstGeom>
          <a:solidFill>
            <a:srgbClr val="4D1529"/>
          </a:solidFill>
          <a:ln/>
        </p:spPr>
      </p:sp>
      <p:sp>
        <p:nvSpPr>
          <p:cNvPr id="8" name="Text 5"/>
          <p:cNvSpPr/>
          <p:nvPr/>
        </p:nvSpPr>
        <p:spPr>
          <a:xfrm>
            <a:off x="1551980" y="3940016"/>
            <a:ext cx="3733324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Competencias y Tecnología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51980" y="4425196"/>
            <a:ext cx="6842760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Desarrollamos habilidades laborales con tecnología actual.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391483" y="4981694"/>
            <a:ext cx="160496" cy="1170027"/>
          </a:xfrm>
          <a:prstGeom prst="roundRect">
            <a:avLst>
              <a:gd name="adj" fmla="val 20010"/>
            </a:avLst>
          </a:prstGeom>
          <a:solidFill>
            <a:srgbClr val="4D1529"/>
          </a:solidFill>
          <a:ln/>
        </p:spPr>
      </p:sp>
      <p:sp>
        <p:nvSpPr>
          <p:cNvPr id="11" name="Text 8"/>
          <p:cNvSpPr/>
          <p:nvPr/>
        </p:nvSpPr>
        <p:spPr>
          <a:xfrm>
            <a:off x="1873091" y="4981694"/>
            <a:ext cx="3733800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Preparación Laboral y Vital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873091" y="5466874"/>
            <a:ext cx="6521648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Formamos para el empleo y la vida en sociedad responsable.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2025-05-07T19:52:14Z</dcterms:created>
  <dcterms:modified xsi:type="dcterms:W3CDTF">2025-05-07T19:52:14Z</dcterms:modified>
</cp:coreProperties>
</file>